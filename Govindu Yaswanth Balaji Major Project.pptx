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swanth Balaji" initials="YB" lastIdx="1" clrIdx="0">
    <p:extLst>
      <p:ext uri="{19B8F6BF-5375-455C-9EA6-DF929625EA0E}">
        <p15:presenceInfo xmlns:p15="http://schemas.microsoft.com/office/powerpoint/2012/main" userId="cb6fda9873f0a13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66" d="100"/>
          <a:sy n="66" d="100"/>
        </p:scale>
        <p:origin x="588" y="4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yaswanth-DA-108/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8" y="3583914"/>
            <a:ext cx="6113819" cy="861497"/>
          </a:xfrm>
        </p:spPr>
        <p:txBody>
          <a:bodyPr vert="horz" lIns="91440" tIns="45720" rIns="91440" bIns="45720" rtlCol="0" anchor="t">
            <a:normAutofit fontScale="85000" lnSpcReduction="20000"/>
          </a:bodyPr>
          <a:lstStyle/>
          <a:p>
            <a:pPr algn="r"/>
            <a:r>
              <a:rPr lang="en-US" b="0" dirty="0">
                <a:solidFill>
                  <a:schemeClr val="tx1"/>
                </a:solidFill>
              </a:rPr>
              <a:t>[Student Name: Govindu Yaswanth Balaji </a:t>
            </a:r>
            <a:endParaRPr lang="en-IN" b="0" dirty="0">
              <a:solidFill>
                <a:schemeClr val="tx1"/>
              </a:solidFill>
            </a:endParaRPr>
          </a:p>
          <a:p>
            <a:pPr algn="r"/>
            <a:r>
              <a:rPr lang="en-US" b="0" dirty="0">
                <a:solidFill>
                  <a:schemeClr val="tx1"/>
                </a:solidFill>
              </a:rPr>
              <a:t>College Name- Sri </a:t>
            </a:r>
            <a:r>
              <a:rPr lang="en-US" b="0" dirty="0" err="1">
                <a:solidFill>
                  <a:schemeClr val="tx1"/>
                </a:solidFill>
              </a:rPr>
              <a:t>Chundi</a:t>
            </a:r>
            <a:r>
              <a:rPr lang="en-US" b="0" dirty="0">
                <a:solidFill>
                  <a:schemeClr val="tx1"/>
                </a:solidFill>
              </a:rPr>
              <a:t> </a:t>
            </a:r>
            <a:r>
              <a:rPr lang="en-US" b="0" dirty="0" err="1">
                <a:solidFill>
                  <a:schemeClr val="tx1"/>
                </a:solidFill>
              </a:rPr>
              <a:t>Ranganayakulu</a:t>
            </a:r>
            <a:r>
              <a:rPr lang="en-US" b="0" dirty="0">
                <a:solidFill>
                  <a:schemeClr val="tx1"/>
                </a:solidFill>
              </a:rPr>
              <a:t> Engineering College]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Autofit/>
          </a:bodyPr>
          <a:lstStyle/>
          <a:p>
            <a:r>
              <a:rPr lang="en-GB" sz="2400" dirty="0"/>
              <a:t>Project Title -Seasonal Agriculture Performance Analysis</a:t>
            </a:r>
            <a:endParaRPr lang="en-IN" sz="24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923330"/>
          </a:xfrm>
          <a:prstGeom prst="rect">
            <a:avLst/>
          </a:prstGeom>
          <a:noFill/>
        </p:spPr>
        <p:txBody>
          <a:bodyPr wrap="square" rtlCol="0">
            <a:spAutoFit/>
          </a:bodyPr>
          <a:lstStyle/>
          <a:p>
            <a:r>
              <a:rPr lang="en-US" b="1" dirty="0"/>
              <a:t>AICTE STU ID : </a:t>
            </a:r>
            <a:r>
              <a:rPr lang="en-IN" dirty="0"/>
              <a:t>STU684c1ba5539a51749818277</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a:bodyPr>
          <a:lstStyle/>
          <a:p>
            <a:pPr>
              <a:lnSpc>
                <a:spcPct val="150000"/>
              </a:lnSpc>
            </a:pPr>
            <a:r>
              <a:rPr lang="en-IN" sz="2800" dirty="0"/>
              <a:t>(</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7" name="TextBox 6">
            <a:extLst>
              <a:ext uri="{FF2B5EF4-FFF2-40B4-BE49-F238E27FC236}">
                <a16:creationId xmlns:a16="http://schemas.microsoft.com/office/drawing/2014/main" id="{0ED2AC03-0EA3-22EA-E1AC-DFB5B2A87C88}"/>
              </a:ext>
            </a:extLst>
          </p:cNvPr>
          <p:cNvSpPr txBox="1"/>
          <p:nvPr/>
        </p:nvSpPr>
        <p:spPr>
          <a:xfrm>
            <a:off x="1639118" y="1720840"/>
            <a:ext cx="6097604" cy="3416320"/>
          </a:xfrm>
          <a:prstGeom prst="rect">
            <a:avLst/>
          </a:prstGeom>
          <a:noFill/>
        </p:spPr>
        <p:txBody>
          <a:bodyPr wrap="square">
            <a:spAutoFit/>
          </a:bodyPr>
          <a:lstStyle/>
          <a:p>
            <a:r>
              <a:rPr lang="en-US"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dirty="0"/>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US" sz="3100" b="0" dirty="0"/>
              <a:t>This project involved a comprehensive analysis of an agricultural dataset to uncover factors influencing crop yield and farm profitability. The primary objective was to provide data-driven insights and recommendations to optimize farming practices.</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r>
              <a:rPr lang="en-IN" dirty="0"/>
              <a:t>Farmers</a:t>
            </a:r>
          </a:p>
          <a:p>
            <a:pPr algn="just">
              <a:lnSpc>
                <a:spcPct val="150000"/>
              </a:lnSpc>
            </a:pPr>
            <a:r>
              <a:rPr lang="en-US" dirty="0"/>
              <a:t>Agricultural Policymakers and Government Agencies</a:t>
            </a:r>
          </a:p>
          <a:p>
            <a:pPr algn="just">
              <a:lnSpc>
                <a:spcPct val="150000"/>
              </a:lnSpc>
            </a:pPr>
            <a:r>
              <a:rPr lang="en-IN" dirty="0"/>
              <a:t>Agricultural Researchers and Scientists</a:t>
            </a:r>
          </a:p>
          <a:p>
            <a:pPr algn="just">
              <a:lnSpc>
                <a:spcPct val="150000"/>
              </a:lnSpc>
            </a:pPr>
            <a:r>
              <a:rPr lang="en-IN" dirty="0"/>
              <a:t>Financial Institutions and Insurers</a:t>
            </a:r>
          </a:p>
          <a:p>
            <a:pPr algn="just">
              <a:lnSpc>
                <a:spcPct val="150000"/>
              </a:lnSpc>
            </a:pPr>
            <a:r>
              <a:rPr lang="en-IN" dirty="0"/>
              <a:t>Extension Services</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Python</a:t>
            </a:r>
          </a:p>
          <a:p>
            <a:pPr lvl="1">
              <a:lnSpc>
                <a:spcPct val="150000"/>
              </a:lnSpc>
            </a:pPr>
            <a:r>
              <a:rPr lang="en-IN" dirty="0"/>
              <a:t>Google </a:t>
            </a:r>
            <a:r>
              <a:rPr lang="en-IN" dirty="0" err="1"/>
              <a:t>colab</a:t>
            </a:r>
            <a:endParaRPr lang="en-IN" dirty="0"/>
          </a:p>
          <a:p>
            <a:pPr lvl="1">
              <a:lnSpc>
                <a:spcPct val="150000"/>
              </a:lnSpc>
            </a:pPr>
            <a:r>
              <a:rPr lang="en-IN" dirty="0"/>
              <a:t>Pandas</a:t>
            </a:r>
          </a:p>
          <a:p>
            <a:pPr lvl="1">
              <a:lnSpc>
                <a:spcPct val="150000"/>
              </a:lnSpc>
            </a:pPr>
            <a:r>
              <a:rPr lang="en-IN" dirty="0" err="1"/>
              <a:t>Numpy</a:t>
            </a:r>
            <a:endParaRPr lang="en-IN" dirty="0"/>
          </a:p>
          <a:p>
            <a:pPr lvl="1">
              <a:lnSpc>
                <a:spcPct val="150000"/>
              </a:lnSpc>
            </a:pPr>
            <a:r>
              <a:rPr lang="en-IN" dirty="0"/>
              <a:t>Matplotlib</a:t>
            </a:r>
          </a:p>
          <a:p>
            <a:pPr lvl="1">
              <a:lnSpc>
                <a:spcPct val="150000"/>
              </a:lnSpc>
            </a:pPr>
            <a:r>
              <a:rPr lang="en-IN" dirty="0"/>
              <a:t>seaborn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A9028914-01E0-8552-C909-29947D645BA1}"/>
              </a:ext>
            </a:extLst>
          </p:cNvPr>
          <p:cNvPicPr>
            <a:picLocks noChangeAspect="1"/>
          </p:cNvPicPr>
          <p:nvPr/>
        </p:nvPicPr>
        <p:blipFill>
          <a:blip r:embed="rId3"/>
          <a:stretch>
            <a:fillRect/>
          </a:stretch>
        </p:blipFill>
        <p:spPr>
          <a:xfrm>
            <a:off x="0" y="1201586"/>
            <a:ext cx="12192000" cy="527033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B98D877F-8DCB-1E0F-85D8-472B1314A1BC}"/>
              </a:ext>
            </a:extLst>
          </p:cNvPr>
          <p:cNvPicPr>
            <a:picLocks noChangeAspect="1"/>
          </p:cNvPicPr>
          <p:nvPr/>
        </p:nvPicPr>
        <p:blipFill>
          <a:blip r:embed="rId3"/>
          <a:stretch>
            <a:fillRect/>
          </a:stretch>
        </p:blipFill>
        <p:spPr>
          <a:xfrm>
            <a:off x="0" y="1431693"/>
            <a:ext cx="12192000" cy="415093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31EAA103-54A7-34FE-2772-B881E4C4C4C2}"/>
              </a:ext>
            </a:extLst>
          </p:cNvPr>
          <p:cNvPicPr>
            <a:picLocks noChangeAspect="1"/>
          </p:cNvPicPr>
          <p:nvPr/>
        </p:nvPicPr>
        <p:blipFill>
          <a:blip r:embed="rId3"/>
          <a:stretch>
            <a:fillRect/>
          </a:stretch>
        </p:blipFill>
        <p:spPr>
          <a:xfrm>
            <a:off x="-78526" y="1275371"/>
            <a:ext cx="12192000" cy="430725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435A5E9-403D-D58B-5311-88D9D9B4146C}"/>
              </a:ext>
            </a:extLst>
          </p:cNvPr>
          <p:cNvPicPr>
            <a:picLocks noChangeAspect="1"/>
          </p:cNvPicPr>
          <p:nvPr/>
        </p:nvPicPr>
        <p:blipFill>
          <a:blip r:embed="rId3"/>
          <a:stretch>
            <a:fillRect/>
          </a:stretch>
        </p:blipFill>
        <p:spPr>
          <a:xfrm>
            <a:off x="830363" y="1086860"/>
            <a:ext cx="8958530" cy="5683978"/>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72ADA32A-7058-FC8B-84B1-F59DC1B0CA21}"/>
              </a:ext>
            </a:extLst>
          </p:cNvPr>
          <p:cNvPicPr>
            <a:picLocks noChangeAspect="1"/>
          </p:cNvPicPr>
          <p:nvPr/>
        </p:nvPicPr>
        <p:blipFill>
          <a:blip r:embed="rId3"/>
          <a:stretch>
            <a:fillRect/>
          </a:stretch>
        </p:blipFill>
        <p:spPr>
          <a:xfrm>
            <a:off x="0" y="1097280"/>
            <a:ext cx="12192000" cy="558292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10690319" cy="5067678"/>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The future scope of this agricultural analysis could involve several key areas:</a:t>
            </a:r>
          </a:p>
          <a:p>
            <a:r>
              <a:rPr lang="en-US" b="1" dirty="0"/>
              <a:t>Predictive Modeling</a:t>
            </a:r>
            <a:r>
              <a:rPr lang="en-US" dirty="0"/>
              <a:t>: Develop machine learning models to predict crop yield and profitability based on environmental factors, nutrient levels, and other agricultural practices. This could include forecasting optimal planting times and resource allocation.</a:t>
            </a:r>
          </a:p>
          <a:p>
            <a:r>
              <a:rPr lang="en-US" b="1" dirty="0"/>
              <a:t>Advanced Data Integration</a:t>
            </a:r>
            <a:r>
              <a:rPr lang="en-US" dirty="0"/>
              <a:t>: Incorporate additional data sources such as real-time weather data, satellite imagery, soil sensor data, and market demand fluctuations to create a more comprehensive analysis.</a:t>
            </a:r>
          </a:p>
          <a:p>
            <a:r>
              <a:rPr lang="en-US" b="1" dirty="0"/>
              <a:t>Economic Impact Analysis</a:t>
            </a:r>
            <a:r>
              <a:rPr lang="en-US" dirty="0"/>
              <a:t>: Conduct a deeper dive into the economic factors influencing farmer profitability, including supply chain dynamics, government policies, and global market trends.</a:t>
            </a:r>
          </a:p>
          <a:p>
            <a:r>
              <a:rPr lang="en-US" b="1" dirty="0"/>
              <a:t>Sustainability Assessment</a:t>
            </a:r>
            <a:r>
              <a:rPr lang="en-US" dirty="0"/>
              <a:t>: Evaluate the environmental impact of different farming practices, focusing on water usage efficiency, fertilizer runoff, and pesticide impact to recommend more sustainable approaches.</a:t>
            </a:r>
          </a:p>
          <a:p>
            <a:r>
              <a:rPr lang="en-US" b="1" dirty="0"/>
              <a:t>Interactive Dashboard Development</a:t>
            </a:r>
            <a:r>
              <a:rPr lang="en-US" dirty="0"/>
              <a:t>: Create an interactive dashboard (e.g., using tools like Tableau, Power BI, or even Python libraries like Dash/Streamlit) that allows farmers, policymakers, and researchers to explore the data and insights dynamically.</a:t>
            </a:r>
          </a:p>
          <a:p>
            <a:r>
              <a:rPr lang="en-US" b="1" dirty="0"/>
              <a:t>Regional Specifics and Micro-climates</a:t>
            </a:r>
            <a:r>
              <a:rPr lang="en-US" dirty="0"/>
              <a:t>: Conduct more localized studies, analyzing data at a finer geographical granularity to account for micro-climates and specific regional challenges and opportunities.</a:t>
            </a:r>
          </a:p>
          <a:p>
            <a:r>
              <a:rPr lang="en-US" b="1" dirty="0"/>
              <a:t>Longitudinal Studies</a:t>
            </a:r>
            <a:r>
              <a:rPr lang="en-US" dirty="0"/>
              <a:t>: Track agricultural performance over multiple years to identify long-term trends, the impact of climate change, and the effectiveness of sustained agricultural interventions.</a:t>
            </a:r>
          </a:p>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7244475" cy="1294574"/>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2000" dirty="0">
                <a:hlinkClick r:id="rId3"/>
              </a:rPr>
              <a:t>https://github.com/yaswanth-DA-108/Seasonal-Agriculture-Performance-Analysis</a:t>
            </a:r>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DF9DD12-86A5-43E4-60F7-EBCEA5D9E5CD}"/>
              </a:ext>
            </a:extLst>
          </p:cNvPr>
          <p:cNvPicPr>
            <a:picLocks noChangeAspect="1"/>
          </p:cNvPicPr>
          <p:nvPr/>
        </p:nvPicPr>
        <p:blipFill>
          <a:blip r:embed="rId3"/>
          <a:stretch>
            <a:fillRect/>
          </a:stretch>
        </p:blipFill>
        <p:spPr>
          <a:xfrm>
            <a:off x="1504553" y="1428864"/>
            <a:ext cx="7522791" cy="504305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2" y="3962573"/>
            <a:ext cx="3120987" cy="773056"/>
          </a:xfrm>
        </p:spPr>
        <p:txBody>
          <a:bodyPr>
            <a:normAutofit fontScale="85000" lnSpcReduction="10000"/>
          </a:bodyPr>
          <a:lstStyle/>
          <a:p>
            <a:r>
              <a:rPr lang="en-IN" dirty="0"/>
              <a:t>Thank You For the wonderful learning opportunity</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593</TotalTime>
  <Words>506</Words>
  <Application>Microsoft Office PowerPoint</Application>
  <PresentationFormat>Widescreen</PresentationFormat>
  <Paragraphs>47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This project involved a comprehensive analysis of an agricultural dataset to uncover factors influencing crop yield and farm profitability. The primary objective was to provide data-driven insights and recommendations to optimize farming practices.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Yaswanth Balaji</cp:lastModifiedBy>
  <cp:revision>98</cp:revision>
  <dcterms:created xsi:type="dcterms:W3CDTF">2021-07-11T13:13:15Z</dcterms:created>
  <dcterms:modified xsi:type="dcterms:W3CDTF">2026-09-06T11:09:47Z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